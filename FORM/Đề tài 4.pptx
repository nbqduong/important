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7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E8FD"/>
    <a:srgbClr val="6CDA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D477-720C-4264-B519-27B5728F0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7514" y="2235200"/>
            <a:ext cx="8791575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 err="1">
                <a:latin typeface="Adobe Caslon Pro Bold" panose="0205070206050A020403" pitchFamily="18" charset="0"/>
                <a:ea typeface="Adobe Gothic Std B" panose="020B0800000000000000" pitchFamily="34" charset="-128"/>
              </a:rPr>
              <a:t>Đề</a:t>
            </a:r>
            <a:r>
              <a:rPr lang="en-US" sz="6000" b="1" dirty="0">
                <a:latin typeface="Adobe Caslon Pro Bold" panose="0205070206050A020403" pitchFamily="18" charset="0"/>
                <a:ea typeface="Adobe Gothic Std B" panose="020B0800000000000000" pitchFamily="34" charset="-128"/>
              </a:rPr>
              <a:t> </a:t>
            </a:r>
            <a:r>
              <a:rPr lang="en-US" sz="6000" b="1" dirty="0" err="1">
                <a:latin typeface="Adobe Caslon Pro Bold" panose="0205070206050A020403" pitchFamily="18" charset="0"/>
                <a:ea typeface="Adobe Gothic Std B" panose="020B0800000000000000" pitchFamily="34" charset="-128"/>
              </a:rPr>
              <a:t>tài</a:t>
            </a:r>
            <a:r>
              <a:rPr lang="en-US" sz="6000" b="1" dirty="0">
                <a:latin typeface="Adobe Caslon Pro Bold" panose="0205070206050A020403" pitchFamily="18" charset="0"/>
                <a:ea typeface="Adobe Gothic Std B" panose="020B0800000000000000" pitchFamily="34" charset="-128"/>
              </a:rPr>
              <a:t> 4:</a:t>
            </a:r>
            <a:br>
              <a:rPr lang="en-US" sz="6000" b="1" dirty="0">
                <a:latin typeface="Arial Narrow" panose="020B0606020202030204" pitchFamily="34" charset="0"/>
                <a:ea typeface="Adobe Gothic Std B" panose="020B0800000000000000" pitchFamily="34" charset="-128"/>
              </a:rPr>
            </a:br>
            <a:r>
              <a:rPr lang="vi-VN" sz="6000" b="1" dirty="0">
                <a:ea typeface="Adobe Gothic Std B" panose="020B0800000000000000" pitchFamily="34" charset="-128"/>
              </a:rPr>
              <a:t>Đạo hàm hàm hợp, đạo hàm theo hướng.</a:t>
            </a:r>
            <a:endParaRPr lang="en-US" sz="6000" b="1" dirty="0">
              <a:latin typeface="Arial Narrow" panose="020B0606020202030204" pitchFamily="34" charset="0"/>
              <a:ea typeface="Adobe Gothic Std B" panose="020B0800000000000000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123DB3-E1D2-4091-9EBE-B913D7385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7514" y="4698097"/>
            <a:ext cx="8791575" cy="1655762"/>
          </a:xfrm>
        </p:spPr>
        <p:txBody>
          <a:bodyPr>
            <a:normAutofit/>
          </a:bodyPr>
          <a:lstStyle/>
          <a:p>
            <a:r>
              <a:rPr lang="en-US" sz="3200" dirty="0" err="1"/>
              <a:t>Nhóm</a:t>
            </a:r>
            <a:r>
              <a:rPr lang="en-US" sz="3200"/>
              <a:t> 4-Lớp DT06</a:t>
            </a:r>
            <a:endParaRPr lang="en-US" sz="3200" dirty="0"/>
          </a:p>
          <a:p>
            <a:r>
              <a:rPr lang="en-US" sz="3200" dirty="0" err="1"/>
              <a:t>Gvhd</a:t>
            </a:r>
            <a:r>
              <a:rPr lang="en-US" sz="3200" dirty="0"/>
              <a:t>:  THS. </a:t>
            </a:r>
            <a:r>
              <a:rPr lang="en-US" sz="3200" dirty="0" err="1"/>
              <a:t>Đoàn</a:t>
            </a:r>
            <a:r>
              <a:rPr lang="en-US" sz="3200" dirty="0"/>
              <a:t> </a:t>
            </a:r>
            <a:r>
              <a:rPr lang="en-US" sz="3200" dirty="0" err="1"/>
              <a:t>Thị</a:t>
            </a:r>
            <a:r>
              <a:rPr lang="en-US" sz="3200" dirty="0"/>
              <a:t> Thanh </a:t>
            </a:r>
            <a:r>
              <a:rPr lang="en-US" sz="3200" dirty="0" err="1"/>
              <a:t>Xuân</a:t>
            </a:r>
            <a:endParaRPr lang="en-US" sz="32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42678C6-6B57-4AC3-9F17-7A0319BE8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446" y="68195"/>
            <a:ext cx="1679108" cy="171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9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FB18A-4A6C-46D4-AA71-E14931C11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06535"/>
            <a:ext cx="9905998" cy="1478570"/>
          </a:xfrm>
          <a:noFill/>
        </p:spPr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Danh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sách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thành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viên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BCBEE-9C27-4F8B-AF9D-FDAD1A61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7370" y="1827077"/>
            <a:ext cx="3370190" cy="4551904"/>
          </a:xfrm>
        </p:spPr>
        <p:txBody>
          <a:bodyPr>
            <a:normAutofit fontScale="85000" lnSpcReduction="20000"/>
          </a:bodyPr>
          <a:lstStyle/>
          <a:p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Bảo Quốc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Dương</a:t>
            </a:r>
          </a:p>
          <a:p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Minh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Hoàng</a:t>
            </a:r>
          </a:p>
          <a:p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 Trần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Khánh</a:t>
            </a:r>
          </a:p>
          <a:p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Nguyễn Hoàng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</a:t>
            </a:r>
          </a:p>
          <a:p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 Văn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</a:p>
          <a:p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Đặng Minh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</a:p>
          <a:p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Trương Thanh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</a:p>
          <a:p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Đoàn Phạm Ngọc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Trân</a:t>
            </a:r>
          </a:p>
          <a:p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Trần Trọng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</a:p>
          <a:p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Đình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FB3E04-5157-4CA3-B971-86B21D416AA4}"/>
              </a:ext>
            </a:extLst>
          </p:cNvPr>
          <p:cNvSpPr txBox="1">
            <a:spLocks/>
          </p:cNvSpPr>
          <p:nvPr/>
        </p:nvSpPr>
        <p:spPr>
          <a:xfrm>
            <a:off x="6065195" y="1827077"/>
            <a:ext cx="2043825" cy="430026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1912985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1913442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1913740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1914250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1813762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1813909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1915123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1810600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2015069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1911063</a:t>
            </a:r>
          </a:p>
        </p:txBody>
      </p:sp>
    </p:spTree>
    <p:extLst>
      <p:ext uri="{BB962C8B-B14F-4D97-AF65-F5344CB8AC3E}">
        <p14:creationId xmlns:p14="http://schemas.microsoft.com/office/powerpoint/2010/main" val="519151186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bg2">
                <a:lumMod val="40000"/>
                <a:lumOff val="60000"/>
              </a:schemeClr>
            </a:gs>
            <a:gs pos="94000">
              <a:srgbClr val="B5D8EF"/>
            </a:gs>
            <a:gs pos="100000">
              <a:schemeClr val="tx2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ình ảnh cảm ơn, hình nền thank you đẹp nhất - VNLife">
            <a:extLst>
              <a:ext uri="{FF2B5EF4-FFF2-40B4-BE49-F238E27FC236}">
                <a16:creationId xmlns:a16="http://schemas.microsoft.com/office/drawing/2014/main" id="{646E04D6-9BD4-47D7-8F11-48FA0819F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212874-D788-4497-86FB-00F3732DD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5359940"/>
            <a:ext cx="10938753" cy="1339294"/>
          </a:xfrm>
        </p:spPr>
        <p:txBody>
          <a:bodyPr>
            <a:normAutofit/>
          </a:bodyPr>
          <a:lstStyle/>
          <a:p>
            <a:r>
              <a:rPr lang="en-US" sz="5400" b="1" dirty="0" err="1">
                <a:solidFill>
                  <a:schemeClr val="bg2"/>
                </a:solidFill>
              </a:rPr>
              <a:t>Bài</a:t>
            </a:r>
            <a:r>
              <a:rPr lang="en-US" sz="5400" b="1" dirty="0">
                <a:solidFill>
                  <a:schemeClr val="bg2"/>
                </a:solidFill>
              </a:rPr>
              <a:t> </a:t>
            </a:r>
            <a:r>
              <a:rPr lang="en-US" sz="5400" b="1" dirty="0" err="1">
                <a:solidFill>
                  <a:schemeClr val="bg2"/>
                </a:solidFill>
              </a:rPr>
              <a:t>thuyết</a:t>
            </a:r>
            <a:r>
              <a:rPr lang="en-US" sz="5400" b="1" dirty="0">
                <a:solidFill>
                  <a:schemeClr val="bg2"/>
                </a:solidFill>
              </a:rPr>
              <a:t> </a:t>
            </a:r>
            <a:r>
              <a:rPr lang="en-US" sz="5400" b="1" dirty="0" err="1">
                <a:solidFill>
                  <a:schemeClr val="bg2"/>
                </a:solidFill>
              </a:rPr>
              <a:t>trình</a:t>
            </a:r>
            <a:r>
              <a:rPr lang="en-US" sz="5400" b="1" dirty="0">
                <a:solidFill>
                  <a:schemeClr val="bg2"/>
                </a:solidFill>
              </a:rPr>
              <a:t> </a:t>
            </a:r>
            <a:r>
              <a:rPr lang="en-US" sz="5400" b="1" dirty="0" err="1">
                <a:solidFill>
                  <a:schemeClr val="bg2"/>
                </a:solidFill>
              </a:rPr>
              <a:t>tới</a:t>
            </a:r>
            <a:r>
              <a:rPr lang="en-US" sz="5400" b="1" dirty="0">
                <a:solidFill>
                  <a:schemeClr val="bg2"/>
                </a:solidFill>
              </a:rPr>
              <a:t> </a:t>
            </a:r>
            <a:r>
              <a:rPr lang="en-US" sz="5400" b="1" dirty="0" err="1">
                <a:solidFill>
                  <a:schemeClr val="bg2"/>
                </a:solidFill>
              </a:rPr>
              <a:t>đây</a:t>
            </a:r>
            <a:r>
              <a:rPr lang="en-US" sz="5400" b="1" dirty="0">
                <a:solidFill>
                  <a:schemeClr val="bg2"/>
                </a:solidFill>
              </a:rPr>
              <a:t> </a:t>
            </a:r>
            <a:r>
              <a:rPr lang="en-US" sz="5400" b="1" dirty="0" err="1">
                <a:solidFill>
                  <a:schemeClr val="bg2"/>
                </a:solidFill>
              </a:rPr>
              <a:t>là</a:t>
            </a:r>
            <a:r>
              <a:rPr lang="en-US" sz="5400" b="1" dirty="0">
                <a:solidFill>
                  <a:schemeClr val="bg2"/>
                </a:solidFill>
              </a:rPr>
              <a:t> </a:t>
            </a:r>
            <a:r>
              <a:rPr lang="en-US" sz="5400" b="1" dirty="0" err="1">
                <a:solidFill>
                  <a:schemeClr val="bg2"/>
                </a:solidFill>
              </a:rPr>
              <a:t>hết</a:t>
            </a:r>
            <a:endParaRPr lang="en-US" sz="5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760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262</TotalTime>
  <Words>81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Adobe Caslon Pro Bold</vt:lpstr>
      <vt:lpstr>Arial</vt:lpstr>
      <vt:lpstr>Arial Narrow</vt:lpstr>
      <vt:lpstr>Times New Roman</vt:lpstr>
      <vt:lpstr>Tw Cen MT</vt:lpstr>
      <vt:lpstr>Circuit</vt:lpstr>
      <vt:lpstr>Đề tài 4: Đạo hàm hàm hợp, đạo hàm theo hướng.</vt:lpstr>
      <vt:lpstr>Danh sách thành viên</vt:lpstr>
      <vt:lpstr>Bài thuyết trình tới đây là hết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tài 4: Đạo hàm hàm hợp, đạo hàm theo hướng.</dc:title>
  <dc:creator>nguyễn dương</dc:creator>
  <cp:lastModifiedBy>nguyễn dương</cp:lastModifiedBy>
  <cp:revision>29</cp:revision>
  <dcterms:created xsi:type="dcterms:W3CDTF">2021-05-18T08:57:22Z</dcterms:created>
  <dcterms:modified xsi:type="dcterms:W3CDTF">2021-05-23T01:41:21Z</dcterms:modified>
</cp:coreProperties>
</file>